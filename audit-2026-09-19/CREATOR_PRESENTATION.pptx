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103120"/>
            <a:ext cx="5669280" cy="5669280"/>
          </a:xfrm>
          <a:prstGeom prst="ellipse">
            <a:avLst/>
          </a:prstGeom>
          <a:solidFill>
            <a:srgbClr val="2C2748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206240"/>
            <a:ext cx="3291840" cy="3291840"/>
          </a:xfrm>
          <a:prstGeom prst="ellipse">
            <a:avLst/>
          </a:prstGeom>
          <a:solidFill>
            <a:srgbClr val="2C2748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48640"/>
            <a:ext cx="2788920" cy="365760"/>
          </a:xfrm>
          <a:prstGeom prst="roundRect">
            <a:avLst>
              <a:gd name="adj" fmla="val 50000"/>
            </a:avLst>
          </a:prstGeom>
          <a:solidFill>
            <a:srgbClr val="322C4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486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C9B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ACCESS PREVIEW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31720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Influora for Creators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2044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8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your following into paid brand partnerships — discover campaigns, connect Instagram &amp; Facebook, get AI help from Meera, and build a portfolio brands can trust.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4709160"/>
            <a:ext cx="457200" cy="457200"/>
          </a:xfrm>
          <a:prstGeom prst="ellipse">
            <a:avLst/>
          </a:prstGeom>
          <a:solidFill>
            <a:srgbClr val="6D5AE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4690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461772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candidate 115f698  ·  Audited 2026-09-19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5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pre-launch preview. Capabilities below reflect what the code can do today, not a live product for the public yet.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5196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5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Influora Creator Preview  ·  RC 115f698  ·  Pre-launch, not yet live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5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C3B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CREATORS JOIN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1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you need to work with brands, in one place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196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Influora Creator Preview  ·  RC 115f698  ·  Pre-launch, not yet live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166360" cy="2148840"/>
          </a:xfrm>
          <a:prstGeom prst="roundRect">
            <a:avLst>
              <a:gd name="adj" fmla="val 5106"/>
            </a:avLst>
          </a:prstGeom>
          <a:solidFill>
            <a:srgbClr val="FAF9FD"/>
          </a:solidFill>
          <a:ln/>
          <a:effectLst>
            <a:outerShdw sx="100000" sy="100000" kx="0" ky="0" algn="bl" rotWithShape="0" blurRad="101600" dist="38100" dir="5400000">
              <a:srgbClr val="3A3552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2103120"/>
            <a:ext cx="566928" cy="566928"/>
          </a:xfrm>
          <a:prstGeom prst="ellipse">
            <a:avLst/>
          </a:prstGeom>
          <a:solidFill>
            <a:srgbClr val="EDE9F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084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C3B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07568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1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 to campaigns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651760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the marketplace and apply to brand campaigns directly — no cold outreach needed.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68680" y="342900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E3F5E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341985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2F7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89320" y="1783080"/>
            <a:ext cx="5166360" cy="2148840"/>
          </a:xfrm>
          <a:prstGeom prst="roundRect">
            <a:avLst>
              <a:gd name="adj" fmla="val 5106"/>
            </a:avLst>
          </a:prstGeom>
          <a:solidFill>
            <a:srgbClr val="FAF9FD"/>
          </a:solidFill>
          <a:ln/>
          <a:effectLst>
            <a:outerShdw sx="100000" sy="100000" kx="0" ky="0" algn="bl" rotWithShape="0" blurRad="101600" dist="38100" dir="5400000">
              <a:srgbClr val="3A3552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09360" y="2103120"/>
            <a:ext cx="566928" cy="566928"/>
          </a:xfrm>
          <a:prstGeom prst="ellipse">
            <a:avLst/>
          </a:prstGeom>
          <a:solidFill>
            <a:srgbClr val="EDE9F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09360" y="2084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C3B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040880" y="207568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1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your reputation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2651760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Two-way reviews build a reputation brands can see before they hire you.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309360" y="342900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E3F5E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09360" y="341985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2F7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4160520"/>
            <a:ext cx="5166360" cy="2148840"/>
          </a:xfrm>
          <a:prstGeom prst="roundRect">
            <a:avLst>
              <a:gd name="adj" fmla="val 5106"/>
            </a:avLst>
          </a:prstGeom>
          <a:solidFill>
            <a:srgbClr val="FAF9FD"/>
          </a:solidFill>
          <a:ln/>
          <a:effectLst>
            <a:outerShdw sx="100000" sy="100000" kx="0" ky="0" algn="bl" rotWithShape="0" blurRad="101600" dist="38100" dir="5400000">
              <a:srgbClr val="3A3552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68680" y="4480560"/>
            <a:ext cx="566928" cy="566928"/>
          </a:xfrm>
          <a:prstGeom prst="ellipse">
            <a:avLst/>
          </a:prstGeom>
          <a:solidFill>
            <a:srgbClr val="EDE9F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68680" y="44622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C3B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600200" y="445312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1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Showcase your work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868680" y="5029200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public, shareable portfolio page shows off your past collaborations.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68680" y="580644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E3F5E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68680" y="579729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2F7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989320" y="4160520"/>
            <a:ext cx="5166360" cy="2148840"/>
          </a:xfrm>
          <a:prstGeom prst="roundRect">
            <a:avLst>
              <a:gd name="adj" fmla="val 5106"/>
            </a:avLst>
          </a:prstGeom>
          <a:solidFill>
            <a:srgbClr val="FAF9FD"/>
          </a:solidFill>
          <a:ln/>
          <a:effectLst>
            <a:outerShdw sx="100000" sy="100000" kx="0" ky="0" algn="bl" rotWithShape="0" blurRad="101600" dist="38100" dir="5400000">
              <a:srgbClr val="3A3552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309360" y="4480560"/>
            <a:ext cx="566928" cy="566928"/>
          </a:xfrm>
          <a:prstGeom prst="ellipse">
            <a:avLst/>
          </a:prstGeom>
          <a:solidFill>
            <a:srgbClr val="EDE9F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309360" y="44622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C3B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040880" y="445312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1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AI help from Meera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6309360" y="5029200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Meera, Influora's AI assistant, is being rolled out to help you navigate deals and questions.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309360" y="5806440"/>
            <a:ext cx="1508760" cy="256032"/>
          </a:xfrm>
          <a:prstGeom prst="roundRect">
            <a:avLst>
              <a:gd name="adj" fmla="val 50000"/>
            </a:avLst>
          </a:prstGeom>
          <a:solidFill>
            <a:srgbClr val="FDF3D9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309360" y="579729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8A6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DEVELOPMENT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C3B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1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 Instagram &amp; Facebook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196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Influora Creator Preview  ·  RC 115f698  ·  Pre-launch, not yet live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4114800" cy="4343400"/>
          </a:xfrm>
          <a:prstGeom prst="roundRect">
            <a:avLst>
              <a:gd name="adj" fmla="val 2667"/>
            </a:avLst>
          </a:prstGeom>
          <a:solidFill>
            <a:srgbClr val="EDE9FE"/>
          </a:solidFill>
          <a:ln/>
          <a:effectLst>
            <a:outerShdw sx="100000" sy="100000" kx="0" ky="0" algn="bl" rotWithShape="0" blurRad="101600" dist="38100" dir="5400000">
              <a:srgbClr val="3A3552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17320" y="2331720"/>
            <a:ext cx="1005840" cy="1005840"/>
          </a:xfrm>
          <a:prstGeom prst="ellipse">
            <a:avLst/>
          </a:prstGeom>
          <a:solidFill>
            <a:srgbClr val="6D5AE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417320" y="2313432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417320" y="3566160"/>
            <a:ext cx="1005840" cy="1005840"/>
          </a:xfrm>
          <a:prstGeom prst="ellipse">
            <a:avLst/>
          </a:prstGeom>
          <a:solidFill>
            <a:srgbClr val="4C3BC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417320" y="3547872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475488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with either Instagram Login or Facebook Login — both connection paths are built into onboarding.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937760" y="1783080"/>
            <a:ext cx="6675120" cy="1234440"/>
          </a:xfrm>
          <a:prstGeom prst="roundRect">
            <a:avLst>
              <a:gd name="adj" fmla="val 7407"/>
            </a:avLst>
          </a:prstGeom>
          <a:solidFill>
            <a:srgbClr val="FAF9F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212080" y="189280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1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 your account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5212080" y="224028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 Influora through Meta's official login screen; disconnect anytime from your settings.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0104120" y="1892808"/>
            <a:ext cx="1508760" cy="256032"/>
          </a:xfrm>
          <a:prstGeom prst="roundRect">
            <a:avLst>
              <a:gd name="adj" fmla="val 50000"/>
            </a:avLst>
          </a:prstGeom>
          <a:solidFill>
            <a:srgbClr val="FDF3D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104120" y="188366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8A6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DEVELOPMENT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937760" y="3200400"/>
            <a:ext cx="6675120" cy="1234440"/>
          </a:xfrm>
          <a:prstGeom prst="roundRect">
            <a:avLst>
              <a:gd name="adj" fmla="val 7407"/>
            </a:avLst>
          </a:prstGeom>
          <a:solidFill>
            <a:srgbClr val="FAF9F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212080" y="331012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1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Metrics start syncing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5212080" y="365760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 count, engagement and audience data begin pulling in from your connected platform.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0104120" y="3310128"/>
            <a:ext cx="1508760" cy="256032"/>
          </a:xfrm>
          <a:prstGeom prst="roundRect">
            <a:avLst>
              <a:gd name="adj" fmla="val 50000"/>
            </a:avLst>
          </a:prstGeom>
          <a:solidFill>
            <a:srgbClr val="FDF3D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104120" y="330098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8A6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DEVELOPMENT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937760" y="4617720"/>
            <a:ext cx="6675120" cy="1234440"/>
          </a:xfrm>
          <a:prstGeom prst="roundRect">
            <a:avLst>
              <a:gd name="adj" fmla="val 7407"/>
            </a:avLst>
          </a:prstGeom>
          <a:solidFill>
            <a:srgbClr val="FAF9F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212080" y="472744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1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handle appears on your profile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5212080" y="507492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connected, your Instagram/Facebook handle is attached to your creator profile for brands to see.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0104120" y="4727448"/>
            <a:ext cx="1508760" cy="256032"/>
          </a:xfrm>
          <a:prstGeom prst="roundRect">
            <a:avLst>
              <a:gd name="adj" fmla="val 50000"/>
            </a:avLst>
          </a:prstGeom>
          <a:solidFill>
            <a:srgbClr val="FDF3D9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104120" y="471830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8A6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DEVELOPMENT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C3B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STOREFRONT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1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&amp; media kit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196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Influora Creator Preview  ·  RC 115f698  ·  Pre-launch, not yet live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0" y="1783080"/>
            <a:ext cx="480060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E4E0F5"/>
            </a:solidFill>
            <a:prstDash val="solid"/>
          </a:ln>
          <a:effectLst>
            <a:outerShdw sx="100000" sy="100000" kx="0" ky="0" algn="bl" rotWithShape="0" blurRad="101600" dist="38100" dir="5400000">
              <a:srgbClr val="3A3552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086600" y="205740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138160" y="2148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1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@handle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138160" y="24414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 &amp; Fashion Creator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086600" y="3291840"/>
            <a:ext cx="1417320" cy="1417320"/>
          </a:xfrm>
          <a:prstGeom prst="roundRect">
            <a:avLst>
              <a:gd name="adj" fmla="val 5161"/>
            </a:avLst>
          </a:prstGeom>
          <a:solidFill>
            <a:srgbClr val="EDE9FE"/>
          </a:solidFill>
          <a:ln/>
        </p:spPr>
      </p:sp>
      <p:sp>
        <p:nvSpPr>
          <p:cNvPr id="11" name="Shape 9"/>
          <p:cNvSpPr/>
          <p:nvPr/>
        </p:nvSpPr>
        <p:spPr>
          <a:xfrm>
            <a:off x="8622792" y="3291840"/>
            <a:ext cx="1417320" cy="1417320"/>
          </a:xfrm>
          <a:prstGeom prst="roundRect">
            <a:avLst>
              <a:gd name="adj" fmla="val 5161"/>
            </a:avLst>
          </a:prstGeom>
          <a:solidFill>
            <a:srgbClr val="EDE9FE"/>
          </a:solidFill>
          <a:ln/>
        </p:spPr>
      </p:sp>
      <p:sp>
        <p:nvSpPr>
          <p:cNvPr id="12" name="Shape 10"/>
          <p:cNvSpPr/>
          <p:nvPr/>
        </p:nvSpPr>
        <p:spPr>
          <a:xfrm>
            <a:off x="10158984" y="3291840"/>
            <a:ext cx="1417320" cy="1417320"/>
          </a:xfrm>
          <a:prstGeom prst="roundRect">
            <a:avLst>
              <a:gd name="adj" fmla="val 5161"/>
            </a:avLst>
          </a:prstGeom>
          <a:solidFill>
            <a:srgbClr val="EDE9FE"/>
          </a:solidFill>
          <a:ln/>
        </p:spPr>
      </p:sp>
      <p:sp>
        <p:nvSpPr>
          <p:cNvPr id="13" name="Shape 11"/>
          <p:cNvSpPr/>
          <p:nvPr/>
        </p:nvSpPr>
        <p:spPr>
          <a:xfrm>
            <a:off x="7086600" y="4892040"/>
            <a:ext cx="4343400" cy="868680"/>
          </a:xfrm>
          <a:prstGeom prst="roundRect">
            <a:avLst>
              <a:gd name="adj" fmla="val 8421"/>
            </a:avLst>
          </a:prstGeom>
          <a:solidFill>
            <a:srgbClr val="FAF9F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223760" y="507492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example — not a real creator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1783080"/>
            <a:ext cx="457200" cy="457200"/>
          </a:xfrm>
          <a:prstGeom prst="ellipse">
            <a:avLst/>
          </a:prstGeom>
          <a:solidFill>
            <a:srgbClr val="EDE9F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3B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175564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1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Public, shareable profile page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2093976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link for brands to see your bio, categories and past collaborations.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188720" y="26791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E3F5E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188720" y="267004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2F7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3200400"/>
            <a:ext cx="457200" cy="457200"/>
          </a:xfrm>
          <a:prstGeom prst="ellipse">
            <a:avLst/>
          </a:prstGeom>
          <a:solidFill>
            <a:srgbClr val="EDE9F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3182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3B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317296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1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Auto-synced platform metrics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188720" y="3511296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 and engagement numbers pull from your connected Instagram/Facebook account.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188720" y="4096512"/>
            <a:ext cx="1508760" cy="256032"/>
          </a:xfrm>
          <a:prstGeom prst="roundRect">
            <a:avLst>
              <a:gd name="adj" fmla="val 50000"/>
            </a:avLst>
          </a:prstGeom>
          <a:solidFill>
            <a:srgbClr val="FDF3D9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188720" y="408736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8A6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DEVELOPMENT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8640" y="4617720"/>
            <a:ext cx="457200" cy="457200"/>
          </a:xfrm>
          <a:prstGeom prst="ellipse">
            <a:avLst/>
          </a:prstGeom>
          <a:solidFill>
            <a:srgbClr val="EDE9F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48640" y="4599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3B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1188720" y="459028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1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Per-link click analytics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1188720" y="4928616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how many clicks each link in your media kit gets.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188720" y="5513832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E8F0FB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188720" y="55046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3E6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C3B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DEAL FLOW, STEP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1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&amp; applying to campaigns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196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Influora Creator Preview  ·  RC 115f698  ·  Pre-launch, not yet live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AF9FD"/>
          </a:solidFill>
          <a:ln/>
          <a:effectLst>
            <a:outerShdw sx="100000" sy="100000" kx="0" ky="0" algn="bl" rotWithShape="0" blurRad="101600" dist="38100" dir="5400000">
              <a:srgbClr val="3A3552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423160"/>
            <a:ext cx="502920" cy="502920"/>
          </a:xfrm>
          <a:prstGeom prst="ellipse">
            <a:avLst/>
          </a:prstGeom>
          <a:solidFill>
            <a:srgbClr val="6D5AE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404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172968" y="2674620"/>
            <a:ext cx="219456" cy="0"/>
          </a:xfrm>
          <a:prstGeom prst="line">
            <a:avLst/>
          </a:prstGeom>
          <a:noFill/>
          <a:ln w="25400">
            <a:solidFill>
              <a:srgbClr val="6D5AE6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804672" y="3108960"/>
            <a:ext cx="2093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21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 the marketplace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804672" y="3703320"/>
            <a:ext cx="20939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open campaigns by category, budget and brand.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4672" y="512064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E3F5E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04672" y="511149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2F7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10712" y="214884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AF9FD"/>
          </a:solidFill>
          <a:ln/>
          <a:effectLst>
            <a:outerShdw sx="100000" sy="100000" kx="0" ky="0" algn="bl" rotWithShape="0" blurRad="101600" dist="38100" dir="5400000">
              <a:srgbClr val="3A3552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85032" y="2423160"/>
            <a:ext cx="502920" cy="502920"/>
          </a:xfrm>
          <a:prstGeom prst="ellipse">
            <a:avLst/>
          </a:prstGeom>
          <a:solidFill>
            <a:srgbClr val="6D5AE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685032" y="2404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035040" y="2674620"/>
            <a:ext cx="219456" cy="0"/>
          </a:xfrm>
          <a:prstGeom prst="line">
            <a:avLst/>
          </a:prstGeom>
          <a:noFill/>
          <a:ln w="25400">
            <a:solidFill>
              <a:srgbClr val="6D5AE6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3666744" y="3108960"/>
            <a:ext cx="2093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21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 in one click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3666744" y="3703320"/>
            <a:ext cx="20939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your rate and a note straight from the listing.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66744" y="512064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E3F5E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666744" y="511149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2F7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272784" y="214884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AF9FD"/>
          </a:solidFill>
          <a:ln/>
          <a:effectLst>
            <a:outerShdw sx="100000" sy="100000" kx="0" ky="0" algn="bl" rotWithShape="0" blurRad="101600" dist="38100" dir="5400000">
              <a:srgbClr val="3A3552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547104" y="2423160"/>
            <a:ext cx="502920" cy="502920"/>
          </a:xfrm>
          <a:prstGeom prst="ellipse">
            <a:avLst/>
          </a:prstGeom>
          <a:solidFill>
            <a:srgbClr val="6D5AE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547104" y="2404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897112" y="2674620"/>
            <a:ext cx="219456" cy="0"/>
          </a:xfrm>
          <a:prstGeom prst="line">
            <a:avLst/>
          </a:prstGeom>
          <a:noFill/>
          <a:ln w="25400">
            <a:solidFill>
              <a:srgbClr val="6D5AE6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6528816" y="3108960"/>
            <a:ext cx="2093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21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 your applications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6528816" y="3703320"/>
            <a:ext cx="20939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status and history for everything you've applied to.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528816" y="5120640"/>
            <a:ext cx="1508760" cy="256032"/>
          </a:xfrm>
          <a:prstGeom prst="roundRect">
            <a:avLst>
              <a:gd name="adj" fmla="val 50000"/>
            </a:avLst>
          </a:prstGeom>
          <a:solidFill>
            <a:srgbClr val="FDF3D9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528816" y="511149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8A6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DEVELOPMENT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134856" y="214884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AF9FD"/>
          </a:solidFill>
          <a:ln/>
          <a:effectLst>
            <a:outerShdw sx="100000" sy="100000" kx="0" ky="0" algn="bl" rotWithShape="0" blurRad="101600" dist="38100" dir="5400000">
              <a:srgbClr val="3A3552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409176" y="2423160"/>
            <a:ext cx="502920" cy="502920"/>
          </a:xfrm>
          <a:prstGeom prst="ellipse">
            <a:avLst/>
          </a:prstGeom>
          <a:solidFill>
            <a:srgbClr val="6D5AE6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09176" y="2404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9390888" y="3108960"/>
            <a:ext cx="2093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21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 in the deal room</a:t>
            </a:r>
            <a:endParaRPr lang="en-US" sz="1450" dirty="0"/>
          </a:p>
        </p:txBody>
      </p:sp>
      <p:sp>
        <p:nvSpPr>
          <p:cNvPr id="34" name="Text 32"/>
          <p:cNvSpPr txBox="1"/>
          <p:nvPr/>
        </p:nvSpPr>
        <p:spPr>
          <a:xfrm>
            <a:off x="9390888" y="3703320"/>
            <a:ext cx="20939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the brand directly once you're shortlisted.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9390888" y="512064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E3F5EC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390888" y="511149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2F7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598932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Two-way reviews (Available) close the loop after a deal wraps, so your track record carries into the next application.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C3B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DEAL FLOW, STEP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1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Contracts &amp; deliverables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196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Influora Creator Preview  ·  RC 115f698  ·  Pre-launch, not yet live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0378440" cy="1143000"/>
          </a:xfrm>
          <a:prstGeom prst="roundRect">
            <a:avLst>
              <a:gd name="adj" fmla="val 9600"/>
            </a:avLst>
          </a:prstGeom>
          <a:solidFill>
            <a:srgbClr val="FAF9FD"/>
          </a:solidFill>
          <a:ln/>
          <a:effectLst>
            <a:outerShdw sx="100000" sy="100000" kx="0" ky="0" algn="bl" rotWithShape="0" blurRad="101600" dist="38100" dir="5400000">
              <a:srgbClr val="3A3552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874520"/>
            <a:ext cx="777240" cy="777240"/>
          </a:xfrm>
          <a:prstGeom prst="ellipse">
            <a:avLst/>
          </a:prstGeom>
          <a:solidFill>
            <a:srgbClr val="EDE9F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85623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C3B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828800" y="180136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1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 your contract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2148840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terms and e-sign; download a PDF copy for your records.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281160" y="1828800"/>
            <a:ext cx="1508760" cy="256032"/>
          </a:xfrm>
          <a:prstGeom prst="roundRect">
            <a:avLst>
              <a:gd name="adj" fmla="val 50000"/>
            </a:avLst>
          </a:prstGeom>
          <a:solidFill>
            <a:srgbClr val="FDF3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281160" y="181965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8A6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DEVELOPMENT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2971800"/>
            <a:ext cx="10378440" cy="1143000"/>
          </a:xfrm>
          <a:prstGeom prst="roundRect">
            <a:avLst>
              <a:gd name="adj" fmla="val 9600"/>
            </a:avLst>
          </a:prstGeom>
          <a:solidFill>
            <a:srgbClr val="FAF9FD"/>
          </a:solidFill>
          <a:ln/>
          <a:effectLst>
            <a:outerShdw sx="100000" sy="100000" kx="0" ky="0" algn="bl" rotWithShape="0" blurRad="101600" dist="38100" dir="5400000">
              <a:srgbClr val="3A3552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" y="3154680"/>
            <a:ext cx="777240" cy="777240"/>
          </a:xfrm>
          <a:prstGeom prst="ellipse">
            <a:avLst/>
          </a:prstGeom>
          <a:solidFill>
            <a:srgbClr val="EDE9F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313639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C3B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828800" y="308152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1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 your deliverable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828800" y="3429000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content, proof of posting and metrics right from the deal room, then mark it posted.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281160" y="310896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E3F5E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281160" y="309981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2F7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4251960"/>
            <a:ext cx="10378440" cy="1143000"/>
          </a:xfrm>
          <a:prstGeom prst="roundRect">
            <a:avLst>
              <a:gd name="adj" fmla="val 9600"/>
            </a:avLst>
          </a:prstGeom>
          <a:solidFill>
            <a:srgbClr val="FAF9FD"/>
          </a:solidFill>
          <a:ln/>
          <a:effectLst>
            <a:outerShdw sx="100000" sy="100000" kx="0" ky="0" algn="bl" rotWithShape="0" blurRad="101600" dist="38100" dir="5400000">
              <a:srgbClr val="3A3552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" y="4434840"/>
            <a:ext cx="777240" cy="777240"/>
          </a:xfrm>
          <a:prstGeom prst="ellipse">
            <a:avLst/>
          </a:prstGeom>
          <a:solidFill>
            <a:srgbClr val="EDE9F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2960" y="441655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C3B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1828800" y="436168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1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approved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828800" y="4709160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brand approves your submission, your payment moves toward release.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281160" y="438912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E3F5E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281160" y="437997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2F7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8640" y="5669280"/>
            <a:ext cx="10378440" cy="621792"/>
          </a:xfrm>
          <a:prstGeom prst="roundRect">
            <a:avLst>
              <a:gd name="adj" fmla="val 17647"/>
            </a:avLst>
          </a:prstGeom>
          <a:solidFill>
            <a:srgbClr val="FDF3D9"/>
          </a:solidFill>
          <a:ln/>
          <a:effectLst>
            <a:outerShdw sx="100000" sy="100000" kx="0" ky="0" algn="bl" rotWithShape="0" blurRad="101600" dist="38100" dir="5400000">
              <a:srgbClr val="3A3552">
                <a:alpha val="1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777240" y="5715000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A6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to know: approval and payment release are currently two separate brand actions. We're building automatic release so your payout starts the moment a deliverable is approved.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C3B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DEAL FLOW, STEP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1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paid — what payouts do today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196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Influora Creator Preview  ·  RC 115f698  ·  Pre-launch, not yet live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2606040" cy="3246120"/>
          </a:xfrm>
          <a:prstGeom prst="roundRect">
            <a:avLst>
              <a:gd name="adj" fmla="val 4211"/>
            </a:avLst>
          </a:prstGeom>
          <a:solidFill>
            <a:srgbClr val="FAF9FD"/>
          </a:solidFill>
          <a:ln/>
          <a:effectLst>
            <a:outerShdw sx="100000" sy="100000" kx="0" ky="0" algn="bl" rotWithShape="0" blurRad="101600" dist="38100" dir="5400000">
              <a:srgbClr val="3A3552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2039112"/>
            <a:ext cx="457200" cy="457200"/>
          </a:xfrm>
          <a:prstGeom prst="ellipse">
            <a:avLst/>
          </a:prstGeom>
          <a:solidFill>
            <a:srgbClr val="6D5AE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04672" y="2020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172968" y="2267712"/>
            <a:ext cx="219456" cy="0"/>
          </a:xfrm>
          <a:prstGeom prst="line">
            <a:avLst/>
          </a:prstGeom>
          <a:noFill/>
          <a:ln w="25400">
            <a:solidFill>
              <a:srgbClr val="6D5AE6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786384" y="2651760"/>
            <a:ext cx="2130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21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earn it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786384" y="3154680"/>
            <a:ext cx="21305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 funds are held for your milestone once the brand funds the campaign.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6384" y="4526280"/>
            <a:ext cx="1508760" cy="256032"/>
          </a:xfrm>
          <a:prstGeom prst="roundRect">
            <a:avLst>
              <a:gd name="adj" fmla="val 50000"/>
            </a:avLst>
          </a:prstGeom>
          <a:solidFill>
            <a:srgbClr val="FDF3D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86384" y="451713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8A6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DEVELOPMENT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10712" y="1783080"/>
            <a:ext cx="2606040" cy="3246120"/>
          </a:xfrm>
          <a:prstGeom prst="roundRect">
            <a:avLst>
              <a:gd name="adj" fmla="val 4211"/>
            </a:avLst>
          </a:prstGeom>
          <a:solidFill>
            <a:srgbClr val="FAF9FD"/>
          </a:solidFill>
          <a:ln/>
          <a:effectLst>
            <a:outerShdw sx="100000" sy="100000" kx="0" ky="0" algn="bl" rotWithShape="0" blurRad="101600" dist="38100" dir="5400000">
              <a:srgbClr val="3A3552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66744" y="2039112"/>
            <a:ext cx="457200" cy="457200"/>
          </a:xfrm>
          <a:prstGeom prst="ellipse">
            <a:avLst/>
          </a:prstGeom>
          <a:solidFill>
            <a:srgbClr val="6D5AE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666744" y="2020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035040" y="2267712"/>
            <a:ext cx="219456" cy="0"/>
          </a:xfrm>
          <a:prstGeom prst="line">
            <a:avLst/>
          </a:prstGeom>
          <a:noFill/>
          <a:ln w="25400">
            <a:solidFill>
              <a:srgbClr val="6D5AE6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3648456" y="2651760"/>
            <a:ext cx="2130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21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lands in your wallet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3648456" y="3154680"/>
            <a:ext cx="21305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Influora wallet ledger tracks every earning as it's released.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48456" y="4526280"/>
            <a:ext cx="1508760" cy="256032"/>
          </a:xfrm>
          <a:prstGeom prst="roundRect">
            <a:avLst>
              <a:gd name="adj" fmla="val 50000"/>
            </a:avLst>
          </a:prstGeom>
          <a:solidFill>
            <a:srgbClr val="FDF3D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648456" y="451713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8A6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DEVELOPMENT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272784" y="1783080"/>
            <a:ext cx="2606040" cy="3246120"/>
          </a:xfrm>
          <a:prstGeom prst="roundRect">
            <a:avLst>
              <a:gd name="adj" fmla="val 4211"/>
            </a:avLst>
          </a:prstGeom>
          <a:solidFill>
            <a:srgbClr val="FAF9FD"/>
          </a:solidFill>
          <a:ln/>
          <a:effectLst>
            <a:outerShdw sx="100000" sy="100000" kx="0" ky="0" algn="bl" rotWithShape="0" blurRad="101600" dist="38100" dir="5400000">
              <a:srgbClr val="3A3552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528816" y="2039112"/>
            <a:ext cx="457200" cy="457200"/>
          </a:xfrm>
          <a:prstGeom prst="ellipse">
            <a:avLst/>
          </a:prstGeom>
          <a:solidFill>
            <a:srgbClr val="6D5AE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528816" y="2020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897112" y="2267712"/>
            <a:ext cx="219456" cy="0"/>
          </a:xfrm>
          <a:prstGeom prst="line">
            <a:avLst/>
          </a:prstGeom>
          <a:noFill/>
          <a:ln w="25400">
            <a:solidFill>
              <a:srgbClr val="6D5AE6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6510528" y="2651760"/>
            <a:ext cx="2130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21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Ops reviews &amp; releases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6510528" y="3154680"/>
            <a:ext cx="21305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finance team processes your payout as a bank transfer, checked against your KYC.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510528" y="4526280"/>
            <a:ext cx="1508760" cy="256032"/>
          </a:xfrm>
          <a:prstGeom prst="roundRect">
            <a:avLst>
              <a:gd name="adj" fmla="val 50000"/>
            </a:avLst>
          </a:prstGeom>
          <a:solidFill>
            <a:srgbClr val="FDF3D9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510528" y="451713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8A6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DEVELOPMENT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134856" y="1783080"/>
            <a:ext cx="2606040" cy="3246120"/>
          </a:xfrm>
          <a:prstGeom prst="roundRect">
            <a:avLst>
              <a:gd name="adj" fmla="val 4211"/>
            </a:avLst>
          </a:prstGeom>
          <a:solidFill>
            <a:srgbClr val="FAF9FD"/>
          </a:solidFill>
          <a:ln/>
          <a:effectLst>
            <a:outerShdw sx="100000" sy="100000" kx="0" ky="0" algn="bl" rotWithShape="0" blurRad="101600" dist="38100" dir="5400000">
              <a:srgbClr val="3A3552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390888" y="2039112"/>
            <a:ext cx="457200" cy="457200"/>
          </a:xfrm>
          <a:prstGeom prst="ellipse">
            <a:avLst/>
          </a:prstGeom>
          <a:solidFill>
            <a:srgbClr val="6D5AE6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390888" y="2020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372600" y="2651760"/>
            <a:ext cx="2130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21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Funds reach your bank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9372600" y="3154680"/>
            <a:ext cx="21305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instant withdrawal is not turned on yet — today, payouts are handled manually.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372600" y="4526280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E8F0FB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372600" y="45171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3E6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48640" y="5257800"/>
            <a:ext cx="10378440" cy="1051560"/>
          </a:xfrm>
          <a:prstGeom prst="roundRect">
            <a:avLst>
              <a:gd name="adj" fmla="val 10435"/>
            </a:avLst>
          </a:prstGeom>
          <a:solidFill>
            <a:srgbClr val="E8F0FB"/>
          </a:solidFill>
          <a:ln/>
          <a:effectLst>
            <a:outerShdw sx="100000" sy="100000" kx="0" ky="0" algn="bl" rotWithShape="0" blurRad="101600" dist="38100" dir="5400000">
              <a:srgbClr val="3A3552">
                <a:alpha val="12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822960" y="534924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E6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promise a payout window we can't back up yet, and KYC identity checks are still being hardened — both are on the roadmap before payouts go self-serve.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C3B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NUMBERS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1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for creators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196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Influora Creator Preview  ·  RC 115f698  ·  Pre-launch, not yet live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166360" cy="2148840"/>
          </a:xfrm>
          <a:prstGeom prst="roundRect">
            <a:avLst>
              <a:gd name="adj" fmla="val 5106"/>
            </a:avLst>
          </a:prstGeom>
          <a:solidFill>
            <a:srgbClr val="FAF9FD"/>
          </a:solidFill>
          <a:ln/>
          <a:effectLst>
            <a:outerShdw sx="100000" sy="100000" kx="0" ky="0" algn="bl" rotWithShape="0" blurRad="101600" dist="38100" dir="5400000">
              <a:srgbClr val="3A3552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2103120"/>
            <a:ext cx="566928" cy="566928"/>
          </a:xfrm>
          <a:prstGeom prst="ellipse">
            <a:avLst/>
          </a:prstGeom>
          <a:solidFill>
            <a:srgbClr val="EDE9F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084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3B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07568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1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Reach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651760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how far your connected content is reaching, pulled from your synced platform data.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68680" y="3429000"/>
            <a:ext cx="1508760" cy="256032"/>
          </a:xfrm>
          <a:prstGeom prst="roundRect">
            <a:avLst>
              <a:gd name="adj" fmla="val 50000"/>
            </a:avLst>
          </a:prstGeom>
          <a:solidFill>
            <a:srgbClr val="FDF3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341985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8A6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DEVELOPMENT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89320" y="1783080"/>
            <a:ext cx="5166360" cy="2148840"/>
          </a:xfrm>
          <a:prstGeom prst="roundRect">
            <a:avLst>
              <a:gd name="adj" fmla="val 5106"/>
            </a:avLst>
          </a:prstGeom>
          <a:solidFill>
            <a:srgbClr val="FAF9FD"/>
          </a:solidFill>
          <a:ln/>
          <a:effectLst>
            <a:outerShdw sx="100000" sy="100000" kx="0" ky="0" algn="bl" rotWithShape="0" blurRad="101600" dist="38100" dir="5400000">
              <a:srgbClr val="3A3552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09360" y="2103120"/>
            <a:ext cx="566928" cy="566928"/>
          </a:xfrm>
          <a:prstGeom prst="ellipse">
            <a:avLst/>
          </a:prstGeom>
          <a:solidFill>
            <a:srgbClr val="EDE9F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09360" y="2084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3B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040880" y="207568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1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Engagement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2651760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likes, comments and engagement rate alongside your applications.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309360" y="3429000"/>
            <a:ext cx="1508760" cy="256032"/>
          </a:xfrm>
          <a:prstGeom prst="roundRect">
            <a:avLst>
              <a:gd name="adj" fmla="val 50000"/>
            </a:avLst>
          </a:prstGeom>
          <a:solidFill>
            <a:srgbClr val="FDF3D9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09360" y="341985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8A6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DEVELOPMENT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4160520"/>
            <a:ext cx="5166360" cy="2148840"/>
          </a:xfrm>
          <a:prstGeom prst="roundRect">
            <a:avLst>
              <a:gd name="adj" fmla="val 5106"/>
            </a:avLst>
          </a:prstGeom>
          <a:solidFill>
            <a:srgbClr val="FAF9FD"/>
          </a:solidFill>
          <a:ln/>
          <a:effectLst>
            <a:outerShdw sx="100000" sy="100000" kx="0" ky="0" algn="bl" rotWithShape="0" blurRad="101600" dist="38100" dir="5400000">
              <a:srgbClr val="3A3552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68680" y="4480560"/>
            <a:ext cx="566928" cy="566928"/>
          </a:xfrm>
          <a:prstGeom prst="ellipse">
            <a:avLst/>
          </a:prstGeom>
          <a:solidFill>
            <a:srgbClr val="EDE9F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68680" y="44622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3B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600200" y="445312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1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trend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868680" y="5029200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how your audience is growing over time on your profile.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68680" y="5806440"/>
            <a:ext cx="1508760" cy="256032"/>
          </a:xfrm>
          <a:prstGeom prst="roundRect">
            <a:avLst>
              <a:gd name="adj" fmla="val 50000"/>
            </a:avLst>
          </a:prstGeom>
          <a:solidFill>
            <a:srgbClr val="FDF3D9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68680" y="579729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8A6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DEVELOPMENT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989320" y="4160520"/>
            <a:ext cx="5166360" cy="2148840"/>
          </a:xfrm>
          <a:prstGeom prst="roundRect">
            <a:avLst>
              <a:gd name="adj" fmla="val 5106"/>
            </a:avLst>
          </a:prstGeom>
          <a:solidFill>
            <a:srgbClr val="FAF9FD"/>
          </a:solidFill>
          <a:ln/>
          <a:effectLst>
            <a:outerShdw sx="100000" sy="100000" kx="0" ky="0" algn="bl" rotWithShape="0" blurRad="101600" dist="38100" dir="5400000">
              <a:srgbClr val="3A3552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309360" y="4480560"/>
            <a:ext cx="566928" cy="566928"/>
          </a:xfrm>
          <a:prstGeom prst="ellipse">
            <a:avLst/>
          </a:prstGeom>
          <a:solidFill>
            <a:srgbClr val="EDE9F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309360" y="44622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3B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040880" y="445312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1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Verified-metrics badge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6309360" y="5029200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hardening the logic so brands only see numbers confirmed from your connected platform.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309360" y="5806440"/>
            <a:ext cx="1508760" cy="256032"/>
          </a:xfrm>
          <a:prstGeom prst="roundRect">
            <a:avLst>
              <a:gd name="adj" fmla="val 50000"/>
            </a:avLst>
          </a:prstGeom>
          <a:solidFill>
            <a:srgbClr val="FDF3D9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309360" y="579729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8A6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DEVELOPMENT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C3B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MEERA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1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help for creators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196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Influora Creator Preview  ·  RC 115f698  ·  Pre-launch, not yet live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0378440" cy="960120"/>
          </a:xfrm>
          <a:prstGeom prst="roundRect">
            <a:avLst>
              <a:gd name="adj" fmla="val 11429"/>
            </a:avLst>
          </a:prstGeom>
          <a:solidFill>
            <a:srgbClr val="FAF9FD"/>
          </a:solidFill>
          <a:ln/>
          <a:effectLst>
            <a:outerShdw sx="100000" sy="100000" kx="0" ky="0" algn="bl" rotWithShape="0" blurRad="101600" dist="38100" dir="5400000">
              <a:srgbClr val="3A3552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828800"/>
            <a:ext cx="621792" cy="621792"/>
          </a:xfrm>
          <a:prstGeom prst="ellipse">
            <a:avLst/>
          </a:prstGeom>
          <a:solidFill>
            <a:srgbClr val="EDE9F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81051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C3B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691640" y="1764792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1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 with Meera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2093976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about deals, campaigns and your account, right inside the app. Usage is capped and consent-gated.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281160" y="1783080"/>
            <a:ext cx="1508760" cy="256032"/>
          </a:xfrm>
          <a:prstGeom prst="roundRect">
            <a:avLst>
              <a:gd name="adj" fmla="val 50000"/>
            </a:avLst>
          </a:prstGeom>
          <a:solidFill>
            <a:srgbClr val="FDF3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281160" y="177393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8A6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DEVELOPMENT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2788920"/>
            <a:ext cx="10378440" cy="960120"/>
          </a:xfrm>
          <a:prstGeom prst="roundRect">
            <a:avLst>
              <a:gd name="adj" fmla="val 11429"/>
            </a:avLst>
          </a:prstGeom>
          <a:solidFill>
            <a:srgbClr val="FAF9FD"/>
          </a:solidFill>
          <a:ln/>
          <a:effectLst>
            <a:outerShdw sx="100000" sy="100000" kx="0" ky="0" algn="bl" rotWithShape="0" blurRad="101600" dist="38100" dir="5400000">
              <a:srgbClr val="3A3552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" y="2926080"/>
            <a:ext cx="621792" cy="621792"/>
          </a:xfrm>
          <a:prstGeom prst="ellipse">
            <a:avLst/>
          </a:prstGeom>
          <a:solidFill>
            <a:srgbClr val="EDE9F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29077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C3B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♪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691640" y="2862072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1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Talk instead of type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3191256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chat (speak and listen) is being rolled out alongside the text experience.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281160" y="2880360"/>
            <a:ext cx="1508760" cy="256032"/>
          </a:xfrm>
          <a:prstGeom prst="roundRect">
            <a:avLst>
              <a:gd name="adj" fmla="val 50000"/>
            </a:avLst>
          </a:prstGeom>
          <a:solidFill>
            <a:srgbClr val="FDF3D9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281160" y="287121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8A6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DEVELOPMENT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3886200"/>
            <a:ext cx="10378440" cy="960120"/>
          </a:xfrm>
          <a:prstGeom prst="roundRect">
            <a:avLst>
              <a:gd name="adj" fmla="val 11429"/>
            </a:avLst>
          </a:prstGeom>
          <a:solidFill>
            <a:srgbClr val="FAF9FD"/>
          </a:solidFill>
          <a:ln/>
          <a:effectLst>
            <a:outerShdw sx="100000" sy="100000" kx="0" ky="0" algn="bl" rotWithShape="0" blurRad="101600" dist="38100" dir="5400000">
              <a:srgbClr val="3A3552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" y="4023360"/>
            <a:ext cx="621792" cy="621792"/>
          </a:xfrm>
          <a:prstGeom prst="ellipse">
            <a:avLst/>
          </a:prstGeom>
          <a:solidFill>
            <a:srgbClr val="EDE9F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2960" y="400507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C3B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691640" y="3959352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1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data, your control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1691640" y="4288536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or delete your Meera conversation history at any time from your settings.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281160" y="397764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E3F5E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281160" y="396849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2F7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8640" y="4983480"/>
            <a:ext cx="10378440" cy="960120"/>
          </a:xfrm>
          <a:prstGeom prst="roundRect">
            <a:avLst>
              <a:gd name="adj" fmla="val 11429"/>
            </a:avLst>
          </a:prstGeom>
          <a:solidFill>
            <a:srgbClr val="FAF9FD"/>
          </a:solidFill>
          <a:ln/>
          <a:effectLst>
            <a:outerShdw sx="100000" sy="100000" kx="0" ky="0" algn="bl" rotWithShape="0" blurRad="101600" dist="38100" dir="5400000">
              <a:srgbClr val="3A3552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22960" y="5120640"/>
            <a:ext cx="621792" cy="621792"/>
          </a:xfrm>
          <a:prstGeom prst="ellipse">
            <a:avLst/>
          </a:prstGeom>
          <a:solidFill>
            <a:srgbClr val="EDE9F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22960" y="510235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C3B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1691640" y="5056632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1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Caption suggestions</a:t>
            </a:r>
            <a:endParaRPr lang="en-US" sz="1450" dirty="0"/>
          </a:p>
        </p:txBody>
      </p:sp>
      <p:sp>
        <p:nvSpPr>
          <p:cNvPr id="31" name="Text 29"/>
          <p:cNvSpPr txBox="1"/>
          <p:nvPr/>
        </p:nvSpPr>
        <p:spPr>
          <a:xfrm>
            <a:off x="1691640" y="5385816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AI-drafted captions based on your content themes, tuned to your posting style.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281160" y="5074920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E8F0FB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281160" y="50657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3E6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C3B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CREATORS ASK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1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FAQ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196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Influora Creator Preview  ·  RC 115f698  ·  Pre-launch, not yet live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84048" cy="384048"/>
          </a:xfrm>
          <a:prstGeom prst="ellipse">
            <a:avLst/>
          </a:prstGeom>
          <a:solidFill>
            <a:srgbClr val="6D5AE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64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78992" y="1755648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21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connecting Instagram/Facebook safe?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078992" y="2167128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connect through Meta's own official login screen, and you can disconnect from your settings at any time.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264408"/>
            <a:ext cx="384048" cy="384048"/>
          </a:xfrm>
          <a:prstGeom prst="ellipse">
            <a:avLst/>
          </a:prstGeom>
          <a:solidFill>
            <a:srgbClr val="6D5A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" y="3236976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21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I get paid?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" y="3648456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 brand approves your deliverable, funds move toward release and our finance team processes a bank transfer. Instant self-serve withdrawal isn't live yet.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745736"/>
            <a:ext cx="384048" cy="384048"/>
          </a:xfrm>
          <a:prstGeom prst="ellipse">
            <a:avLst/>
          </a:prstGeom>
          <a:solidFill>
            <a:srgbClr val="6D5AE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727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78992" y="4718304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21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I control my AI chat data?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078992" y="5129784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you can export or delete your Meera conversation history whenever you want.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080760" y="1783080"/>
            <a:ext cx="384048" cy="384048"/>
          </a:xfrm>
          <a:prstGeom prst="ellipse">
            <a:avLst/>
          </a:prstGeom>
          <a:solidFill>
            <a:srgbClr val="6D5AE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080760" y="1764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611112" y="1755648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21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if I need help?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611112" y="2167128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support ticketing is in development. Until then, reach your Influora contact directly.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080760" y="3264408"/>
            <a:ext cx="384048" cy="384048"/>
          </a:xfrm>
          <a:prstGeom prst="ellipse">
            <a:avLst/>
          </a:prstGeom>
          <a:solidFill>
            <a:srgbClr val="6D5AE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08076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611112" y="3236976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21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you verify my follower count?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6611112" y="3648456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actively hardening verified-metrics logic; some numbers shown today may still be self-reported.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C3B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1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196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Influora Creator Preview  ·  RC 115f698  ·  Pre-launch, not yet live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074920" cy="4343400"/>
          </a:xfrm>
          <a:prstGeom prst="roundRect">
            <a:avLst>
              <a:gd name="adj" fmla="val 2526"/>
            </a:avLst>
          </a:prstGeom>
          <a:solidFill>
            <a:srgbClr val="FDF3D9"/>
          </a:solidFill>
          <a:ln/>
          <a:effectLst>
            <a:outerShdw sx="100000" sy="100000" kx="0" ky="0" algn="bl" rotWithShape="0" blurRad="101600" dist="38100" dir="5400000">
              <a:srgbClr val="3A3552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68680" y="2011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A6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DEVELOPMENT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8680" y="2468880"/>
            <a:ext cx="237744" cy="237744"/>
          </a:xfrm>
          <a:prstGeom prst="ellipse">
            <a:avLst/>
          </a:prstGeom>
          <a:solidFill>
            <a:srgbClr val="8A6B1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4505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3774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payment release right after brand approval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68680" y="3127248"/>
            <a:ext cx="237744" cy="237744"/>
          </a:xfrm>
          <a:prstGeom prst="ellipse">
            <a:avLst/>
          </a:prstGeom>
          <a:solidFill>
            <a:srgbClr val="8A6B1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31089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03580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Verified-metrics integrity hardening for brand trust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68680" y="3785616"/>
            <a:ext cx="237744" cy="237744"/>
          </a:xfrm>
          <a:prstGeom prst="ellipse">
            <a:avLst/>
          </a:prstGeom>
          <a:solidFill>
            <a:srgbClr val="8A6B1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37673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369417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Instagram/Facebook connect, fully verified end-to-end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68680" y="4443984"/>
            <a:ext cx="237744" cy="237744"/>
          </a:xfrm>
          <a:prstGeom prst="ellipse">
            <a:avLst/>
          </a:prstGeom>
          <a:solidFill>
            <a:srgbClr val="8A6B1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442569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35254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analytics (reach, engagement, growth) maturing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68680" y="5102352"/>
            <a:ext cx="237744" cy="237744"/>
          </a:xfrm>
          <a:prstGeom prst="ellipse">
            <a:avLst/>
          </a:prstGeom>
          <a:solidFill>
            <a:srgbClr val="8A6B1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50840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01091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Meera chat &amp; voice rolling out to all creators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852160" y="1783080"/>
            <a:ext cx="5760720" cy="4343400"/>
          </a:xfrm>
          <a:prstGeom prst="roundRect">
            <a:avLst>
              <a:gd name="adj" fmla="val 2526"/>
            </a:avLst>
          </a:prstGeom>
          <a:solidFill>
            <a:srgbClr val="E8F0FB"/>
          </a:solidFill>
          <a:ln/>
          <a:effectLst>
            <a:outerShdw sx="100000" sy="100000" kx="0" ky="0" algn="bl" rotWithShape="0" blurRad="101600" dist="38100" dir="5400000">
              <a:srgbClr val="3A3552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172200" y="2011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E6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72200" y="2468880"/>
            <a:ext cx="237744" cy="237744"/>
          </a:xfrm>
          <a:prstGeom prst="ellipse">
            <a:avLst/>
          </a:prstGeom>
          <a:solidFill>
            <a:srgbClr val="3E6FA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24505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6583680" y="23774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Self-serve, instant creator withdrawals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172200" y="3127248"/>
            <a:ext cx="237744" cy="237744"/>
          </a:xfrm>
          <a:prstGeom prst="ellipse">
            <a:avLst/>
          </a:prstGeom>
          <a:solidFill>
            <a:srgbClr val="3E6FA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172200" y="31089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6583680" y="303580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support tickets for creators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172200" y="3785616"/>
            <a:ext cx="237744" cy="237744"/>
          </a:xfrm>
          <a:prstGeom prst="ellipse">
            <a:avLst/>
          </a:prstGeom>
          <a:solidFill>
            <a:srgbClr val="3E6FAE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172200" y="37673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6583680" y="3694176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per-link click analytics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172200" y="4443984"/>
            <a:ext cx="237744" cy="237744"/>
          </a:xfrm>
          <a:prstGeom prst="ellipse">
            <a:avLst/>
          </a:prstGeom>
          <a:solidFill>
            <a:srgbClr val="3E6FAE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172200" y="442569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6583680" y="435254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AI-drafted caption suggestions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172200" y="5102352"/>
            <a:ext cx="237744" cy="237744"/>
          </a:xfrm>
          <a:prstGeom prst="ellipse">
            <a:avLst/>
          </a:prstGeom>
          <a:solidFill>
            <a:srgbClr val="3E6FAE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172200" y="50840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6583680" y="501091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tax (TDS) documentation on payouts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2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1828800"/>
            <a:ext cx="5486400" cy="5486400"/>
          </a:xfrm>
          <a:prstGeom prst="ellipse">
            <a:avLst/>
          </a:prstGeom>
          <a:solidFill>
            <a:srgbClr val="2C274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822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B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ACCESS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Want early access as a creator?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4884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8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onboarding a limited, invite-only group of creators while the platform finishes the fixes on our roadmap. Get on the list and we'll reach out as access opens up.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246120"/>
            <a:ext cx="2834640" cy="594360"/>
          </a:xfrm>
          <a:prstGeom prst="roundRect">
            <a:avLst>
              <a:gd name="adj" fmla="val 15385"/>
            </a:avLst>
          </a:prstGeom>
          <a:solidFill>
            <a:srgbClr val="6D5AE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324612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the waitlist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611880" y="32461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5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app.influora.in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251960"/>
            <a:ext cx="11064240" cy="1737360"/>
          </a:xfrm>
          <a:prstGeom prst="roundRect">
            <a:avLst>
              <a:gd name="adj" fmla="val 6316"/>
            </a:avLst>
          </a:prstGeom>
          <a:solidFill>
            <a:srgbClr val="2C2748"/>
          </a:solidFill>
          <a:ln/>
          <a:effectLst>
            <a:outerShdw sx="100000" sy="100000" kx="0" ky="0" algn="bl" rotWithShape="0" blurRad="101600" dist="38100" dir="5400000">
              <a:srgbClr val="3A3552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22960" y="44348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note on where things stand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75488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5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reflects the 2026-09-19 engineering audit of release candidate 115f698. That build is not cleared for production (CEO decision: NO-GO, evidence level 3, confidence 75%) because the backend fails to start in its current state. Nothing here is live for the public yet — every capability above is labeled by what's actually working, in development, or planned, and the roadmap items are the same fixes required before any creator beta.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5196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5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Influora Creator Preview  ·  RC 115f698  ·  Pre-launch, not yet live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5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2026-09-19T11:31:56Z</dcterms:created>
  <dcterms:modified xsi:type="dcterms:W3CDTF">2026-09-19T11:31:56Z</dcterms:modified>
</cp:coreProperties>
</file>